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58" autoAdjust="0"/>
  </p:normalViewPr>
  <p:slideViewPr>
    <p:cSldViewPr>
      <p:cViewPr varScale="1">
        <p:scale>
          <a:sx n="80" d="100"/>
          <a:sy n="80" d="100"/>
        </p:scale>
        <p:origin x="8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">
              <a:srgbClr val="EFF8FF">
                <a:alpha val="94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277853" y="2818860"/>
            <a:ext cx="6040928" cy="6108062"/>
            <a:chOff x="0" y="0"/>
            <a:chExt cx="7657240" cy="77423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57211" cy="7742301"/>
            </a:xfrm>
            <a:custGeom>
              <a:avLst/>
              <a:gdLst/>
              <a:ahLst/>
              <a:cxnLst/>
              <a:rect l="l" t="t" r="r" b="b"/>
              <a:pathLst>
                <a:path w="7657211" h="7742301">
                  <a:moveTo>
                    <a:pt x="0" y="0"/>
                  </a:moveTo>
                  <a:lnTo>
                    <a:pt x="7657211" y="0"/>
                  </a:lnTo>
                  <a:lnTo>
                    <a:pt x="7657211" y="7742301"/>
                  </a:lnTo>
                  <a:lnTo>
                    <a:pt x="0" y="7742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2206" b="-1220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12577863" y="342900"/>
            <a:ext cx="5710137" cy="6858000"/>
          </a:xfrm>
          <a:custGeom>
            <a:avLst/>
            <a:gdLst/>
            <a:ahLst/>
            <a:cxnLst/>
            <a:rect l="l" t="t" r="r" b="b"/>
            <a:pathLst>
              <a:path w="5710137" h="6858000">
                <a:moveTo>
                  <a:pt x="0" y="0"/>
                </a:moveTo>
                <a:lnTo>
                  <a:pt x="5710137" y="0"/>
                </a:lnTo>
                <a:lnTo>
                  <a:pt x="571013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049" r="-804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8937907" y="1028700"/>
            <a:ext cx="3024000" cy="2963520"/>
          </a:xfrm>
          <a:custGeom>
            <a:avLst/>
            <a:gdLst/>
            <a:ahLst/>
            <a:cxnLst/>
            <a:rect l="l" t="t" r="r" b="b"/>
            <a:pathLst>
              <a:path w="3024000" h="2963520">
                <a:moveTo>
                  <a:pt x="0" y="0"/>
                </a:moveTo>
                <a:lnTo>
                  <a:pt x="3024000" y="0"/>
                </a:lnTo>
                <a:lnTo>
                  <a:pt x="3024000" y="2963520"/>
                </a:lnTo>
                <a:lnTo>
                  <a:pt x="0" y="2963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48492" y="756000"/>
            <a:ext cx="3024000" cy="2608200"/>
          </a:xfrm>
          <a:custGeom>
            <a:avLst/>
            <a:gdLst/>
            <a:ahLst/>
            <a:cxnLst/>
            <a:rect l="l" t="t" r="r" b="b"/>
            <a:pathLst>
              <a:path w="3024000" h="2608200">
                <a:moveTo>
                  <a:pt x="0" y="0"/>
                </a:moveTo>
                <a:lnTo>
                  <a:pt x="3024000" y="0"/>
                </a:lnTo>
                <a:lnTo>
                  <a:pt x="3024000" y="2608200"/>
                </a:lnTo>
                <a:lnTo>
                  <a:pt x="0" y="26082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6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193030" y="5522602"/>
            <a:ext cx="3024000" cy="3024000"/>
          </a:xfrm>
          <a:custGeom>
            <a:avLst/>
            <a:gdLst/>
            <a:ahLst/>
            <a:cxnLst/>
            <a:rect l="l" t="t" r="r" b="b"/>
            <a:pathLst>
              <a:path w="3024000" h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648492" y="6429913"/>
            <a:ext cx="3024000" cy="3506087"/>
          </a:xfrm>
          <a:custGeom>
            <a:avLst/>
            <a:gdLst/>
            <a:ahLst/>
            <a:cxnLst/>
            <a:rect l="l" t="t" r="r" b="b"/>
            <a:pathLst>
              <a:path w="3024000" h="3506087">
                <a:moveTo>
                  <a:pt x="0" y="0"/>
                </a:moveTo>
                <a:lnTo>
                  <a:pt x="3024000" y="0"/>
                </a:lnTo>
                <a:lnTo>
                  <a:pt x="3024000" y="3506087"/>
                </a:lnTo>
                <a:lnTo>
                  <a:pt x="0" y="35060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5000">
              <a:srgbClr val="EFF8FF">
                <a:alpha val="94000"/>
              </a:srgbClr>
            </a:gs>
            <a:gs pos="100000">
              <a:srgbClr val="F0FFF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79796" y="1"/>
            <a:ext cx="9999370" cy="10287000"/>
          </a:xfrm>
          <a:custGeom>
            <a:avLst/>
            <a:gdLst/>
            <a:ahLst/>
            <a:cxnLst/>
            <a:rect l="l" t="t" r="r" b="b"/>
            <a:pathLst>
              <a:path w="9999370" h="10287000">
                <a:moveTo>
                  <a:pt x="0" y="0"/>
                </a:moveTo>
                <a:lnTo>
                  <a:pt x="9999370" y="0"/>
                </a:lnTo>
                <a:lnTo>
                  <a:pt x="9999370" y="10287001"/>
                </a:lnTo>
                <a:lnTo>
                  <a:pt x="0" y="1028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962" r="-59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8012337">
            <a:off x="1648098" y="2099976"/>
            <a:ext cx="7592681" cy="5908997"/>
          </a:xfrm>
          <a:custGeom>
            <a:avLst/>
            <a:gdLst/>
            <a:ahLst/>
            <a:cxnLst/>
            <a:rect l="l" t="t" r="r" b="b"/>
            <a:pathLst>
              <a:path w="7592681" h="5908997">
                <a:moveTo>
                  <a:pt x="0" y="0"/>
                </a:moveTo>
                <a:lnTo>
                  <a:pt x="7592681" y="0"/>
                </a:lnTo>
                <a:lnTo>
                  <a:pt x="7592681" y="5908997"/>
                </a:lnTo>
                <a:lnTo>
                  <a:pt x="0" y="59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6133" r="-2613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elements for ppt.pptx</dc:title>
  <cp:lastModifiedBy>Francis Stalin Joseph Selvaraj</cp:lastModifiedBy>
  <cp:revision>3</cp:revision>
  <dcterms:created xsi:type="dcterms:W3CDTF">2006-08-16T00:00:00Z</dcterms:created>
  <dcterms:modified xsi:type="dcterms:W3CDTF">2025-12-15T09:01:05Z</dcterms:modified>
  <dc:identifier>DAGyo_P-1S4</dc:identifier>
</cp:coreProperties>
</file>